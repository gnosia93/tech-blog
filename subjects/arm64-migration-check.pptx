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0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Java</a:t>
            </a:r>
            <a:r>
              <a:rPr sz="1450" b="0" i="0">
                <a:solidFill>
                  <a:srgbClr val="7A828E"/>
                </a:solidFill>
                <a:latin typeface="Apple SD Gothic Neo"/>
                <a:ea typeface="Apple SD Gothic Neo"/>
                <a:cs typeface="Apple SD Gothic Neo"/>
              </a:rPr>
              <a:t>   x86_64 → ARM64 이관 점검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A828E"/>
                </a:solidFill>
                <a:latin typeface="Apple SD Gothic Neo"/>
                <a:ea typeface="Apple SD Gothic Neo"/>
                <a:cs typeface="Apple SD Gothic Neo"/>
              </a:rPr>
              <a:t>JVM 위에서 돌아 순수 자바 코드는 그대로 동작 — 문제는 전부 “자바가 아닌 부분”에서 발생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89720" y="310896"/>
            <a:ext cx="2560320" cy="621792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345168" y="384048"/>
            <a:ext cx="22860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828E"/>
                </a:solidFill>
                <a:latin typeface="Apple SD Gothic Neo"/>
                <a:ea typeface="Apple SD Gothic Neo"/>
                <a:cs typeface="Apple SD Gothic Neo"/>
              </a:rPr>
              <a:t>① 정적 스캔  </a:t>
            </a:r>
            <a:r>
              <a:rPr sz="850" b="0" i="0">
                <a:solidFill>
                  <a:srgbClr val="3D4451"/>
                </a:solidFill>
                <a:latin typeface="Menlo"/>
                <a:ea typeface="Menlo"/>
                <a:cs typeface="Menlo"/>
              </a:rPr>
              <a:t>scan_x86.sh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828E"/>
                </a:solidFill>
                <a:latin typeface="Apple SD Gothic Neo"/>
                <a:ea typeface="Apple SD Gothic Neo"/>
                <a:cs typeface="Apple SD Gothic Neo"/>
              </a:rPr>
              <a:t>② 실동작  </a:t>
            </a:r>
            <a:r>
              <a:rPr sz="850" b="0" i="0">
                <a:solidFill>
                  <a:srgbClr val="3D4451"/>
                </a:solidFill>
                <a:latin typeface="Menlo"/>
                <a:ea typeface="Menlo"/>
                <a:cs typeface="Menlo"/>
              </a:rPr>
              <a:t>run_arm64_tests.sh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60704"/>
            <a:ext cx="11292840" cy="10972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7200" y="1225296"/>
            <a:ext cx="3520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어디까지 안전한가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17904"/>
            <a:ext cx="3520440" cy="548640"/>
          </a:xfrm>
          <a:prstGeom prst="roundRect">
            <a:avLst>
              <a:gd name="adj" fmla="val 6000"/>
            </a:avLst>
          </a:prstGeom>
          <a:solidFill>
            <a:srgbClr val="F1F9F4"/>
          </a:solidFill>
          <a:ln w="9525">
            <a:solidFill>
              <a:srgbClr val="C8E3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03504" y="1600200"/>
            <a:ext cx="2834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애플리케이션 코드  (.java / .kt)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</a:pPr>
            <a:r>
              <a:rPr sz="800" b="0" i="0">
                <a:solidFill>
                  <a:srgbClr val="7A828E"/>
                </a:solidFill>
                <a:latin typeface="Apple SD Gothic Neo"/>
                <a:ea typeface="Apple SD Gothic Neo"/>
                <a:cs typeface="Apple SD Gothic Neo"/>
              </a:rPr>
              <a:t>아키텍처 무관 — 수정 불필요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600200"/>
            <a:ext cx="411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7D54"/>
                </a:solidFill>
                <a:latin typeface="Apple SD Gothic Neo"/>
                <a:ea typeface="Apple SD Gothic Neo"/>
                <a:cs typeface="Apple SD Gothic Neo"/>
              </a:rPr>
              <a:t>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39696"/>
            <a:ext cx="3520440" cy="548640"/>
          </a:xfrm>
          <a:prstGeom prst="roundRect">
            <a:avLst>
              <a:gd name="adj" fmla="val 6000"/>
            </a:avLst>
          </a:prstGeom>
          <a:solidFill>
            <a:srgbClr val="F1F9F4"/>
          </a:solidFill>
          <a:ln w="9525">
            <a:solidFill>
              <a:srgbClr val="C8E3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03504" y="2221991"/>
            <a:ext cx="2834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JVM  (자바 가상 머신)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</a:pPr>
            <a:r>
              <a:rPr sz="800" b="0" i="0">
                <a:solidFill>
                  <a:srgbClr val="7A828E"/>
                </a:solidFill>
                <a:latin typeface="Apple SD Gothic Neo"/>
                <a:ea typeface="Apple SD Gothic Neo"/>
                <a:cs typeface="Apple SD Gothic Neo"/>
              </a:rPr>
              <a:t>공식 aarch64 배포 사용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221991"/>
            <a:ext cx="411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7D54"/>
                </a:solidFill>
                <a:latin typeface="Apple SD Gothic Neo"/>
                <a:ea typeface="Apple SD Gothic Neo"/>
                <a:cs typeface="Apple SD Gothic Neo"/>
              </a:rPr>
              <a:t>OK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798064"/>
            <a:ext cx="3520440" cy="40233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C04A3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03504" y="2852928"/>
            <a:ext cx="32278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04A33"/>
                </a:solidFill>
                <a:latin typeface="Apple SD Gothic Neo"/>
                <a:ea typeface="Apple SD Gothic Neo"/>
                <a:cs typeface="Apple SD Gothic Neo"/>
              </a:rPr>
              <a:t>▼  JNI / 네이티브 경계  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73552"/>
            <a:ext cx="3520440" cy="548640"/>
          </a:xfrm>
          <a:prstGeom prst="roundRect">
            <a:avLst>
              <a:gd name="adj" fmla="val 6000"/>
            </a:avLst>
          </a:prstGeom>
          <a:solidFill>
            <a:srgbClr val="FDF2F1"/>
          </a:solidFill>
          <a:ln w="9525">
            <a:solidFill>
              <a:srgbClr val="F0CE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03504" y="3355848"/>
            <a:ext cx="2834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네이티브 라이브러리  (.so / classifier JAR)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</a:pPr>
            <a:r>
              <a:rPr sz="800" b="0" i="0">
                <a:solidFill>
                  <a:srgbClr val="7A828E"/>
                </a:solidFill>
                <a:latin typeface="Apple SD Gothic Neo"/>
                <a:ea typeface="Apple SD Gothic Neo"/>
                <a:cs typeface="Apple SD Gothic Neo"/>
              </a:rPr>
              <a:t>아키텍처별 빌드 필요 · 최대 위험 구간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355848"/>
            <a:ext cx="411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0392B"/>
                </a:solidFill>
                <a:latin typeface="Apple SD Gothic Neo"/>
                <a:ea typeface="Apple SD Gothic Neo"/>
                <a:cs typeface="Apple SD Gothic Neo"/>
              </a:rPr>
              <a:t>위험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895344"/>
            <a:ext cx="3520440" cy="548640"/>
          </a:xfrm>
          <a:prstGeom prst="roundRect">
            <a:avLst>
              <a:gd name="adj" fmla="val 6000"/>
            </a:avLst>
          </a:prstGeom>
          <a:solidFill>
            <a:srgbClr val="FEF9EF"/>
          </a:solidFill>
          <a:ln w="9525">
            <a:solidFill>
              <a:srgbClr val="F0D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03504" y="3977639"/>
            <a:ext cx="2834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컨테이너 이미지 / 베이스 OS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</a:pPr>
            <a:r>
              <a:rPr sz="800" b="0" i="0">
                <a:solidFill>
                  <a:srgbClr val="7A828E"/>
                </a:solidFill>
                <a:latin typeface="Apple SD Gothic Neo"/>
                <a:ea typeface="Apple SD Gothic Neo"/>
                <a:cs typeface="Apple SD Gothic Neo"/>
              </a:rPr>
              <a:t>멀티아치 매니페스트 여부 · 3개 언어 공통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977639"/>
            <a:ext cx="411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9770B"/>
                </a:solidFill>
                <a:latin typeface="Apple SD Gothic Neo"/>
                <a:ea typeface="Apple SD Gothic Neo"/>
                <a:cs typeface="Apple SD Gothic Neo"/>
              </a:rPr>
              <a:t>확인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517136"/>
            <a:ext cx="3520440" cy="475488"/>
          </a:xfrm>
          <a:prstGeom prst="roundRect">
            <a:avLst>
              <a:gd name="adj" fmla="val 6000"/>
            </a:avLst>
          </a:prstGeom>
          <a:solidFill>
            <a:srgbClr val="2B3038"/>
          </a:solidFill>
          <a:ln w="9525">
            <a:solidFill>
              <a:srgbClr val="2B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03504" y="4599432"/>
            <a:ext cx="2834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CPU   x86_64  →  aarch64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599432"/>
            <a:ext cx="4114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175504"/>
            <a:ext cx="3520440" cy="960120"/>
          </a:xfrm>
          <a:prstGeom prst="roundRect">
            <a:avLst>
              <a:gd name="adj" fmla="val 9000"/>
            </a:avLst>
          </a:prstGeom>
          <a:solidFill>
            <a:srgbClr val="F7F8FA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03504" y="5285232"/>
            <a:ext cx="322783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04A33"/>
                </a:solidFill>
                <a:latin typeface="Apple SD Gothic Neo"/>
                <a:ea typeface="Apple SD Gothic Neo"/>
                <a:cs typeface="Apple SD Gothic Neo"/>
              </a:rPr>
              <a:t>핵심  </a:t>
            </a:r>
            <a:r>
              <a:rPr sz="900" b="0" i="0">
                <a:solidFill>
                  <a:srgbClr val="3D4451"/>
                </a:solidFill>
                <a:latin typeface="Apple SD Gothic Neo"/>
                <a:ea typeface="Apple SD Gothic Neo"/>
                <a:cs typeface="Apple SD Gothic Neo"/>
              </a:rPr>
              <a:t>경계선 위쪽은 손댈 필요 없다.
점검 대상은 경계선 아래 3개 층뿐이며,
</a:t>
            </a:r>
            <a:r>
              <a:rPr sz="900" b="1" i="0">
                <a:solidFill>
                  <a:srgbClr val="3D4451"/>
                </a:solidFill>
                <a:latin typeface="Apple SD Gothic Neo"/>
                <a:ea typeface="Apple SD Gothic Neo"/>
                <a:cs typeface="Apple SD Gothic Neo"/>
              </a:rPr>
              <a:t>아래 두 층(이미지·CPU)은 언어와 무관하게 동일하다.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24528" y="1225296"/>
            <a:ext cx="7525512" cy="1905152"/>
          </a:xfrm>
          <a:prstGeom prst="roundRect">
            <a:avLst>
              <a:gd name="adj" fmla="val 5000"/>
            </a:avLst>
          </a:prstGeom>
          <a:solidFill>
            <a:srgbClr val="FD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4224528" y="1225296"/>
            <a:ext cx="50292" cy="1905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425696" y="1325880"/>
            <a:ext cx="71597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0392B"/>
                </a:solidFill>
                <a:latin typeface="Apple SD Gothic Neo"/>
                <a:ea typeface="Apple SD Gothic Neo"/>
                <a:cs typeface="Apple SD Gothic Neo"/>
              </a:rPr>
              <a:t>FAIL</a:t>
            </a:r>
            <a:r>
              <a:rPr sz="850" b="0" i="0">
                <a:solidFill>
                  <a:srgbClr val="7A828E"/>
                </a:solidFill>
                <a:latin typeface="Apple SD Gothic Neo"/>
                <a:ea typeface="Apple SD Gothic Neo"/>
                <a:cs typeface="Apple SD Gothic Neo"/>
              </a:rPr>
              <a:t>    확실히 안 됨 — 이관 전 반드시 수정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25696" y="1609344"/>
            <a:ext cx="7141464" cy="146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293"/>
              </a:spcAft>
            </a:pPr>
            <a:r>
              <a:rPr sz="900" b="1" i="0">
                <a:solidFill>
                  <a:srgbClr val="C0392B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90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classifier 하드코딩</a:t>
            </a:r>
            <a:r>
              <a:rPr sz="850" b="0" i="0">
                <a:solidFill>
                  <a:srgbClr val="3D4451"/>
                </a:solidFill>
                <a:latin typeface="Apple SD Gothic Neo"/>
                <a:ea typeface="Apple SD Gothic Neo"/>
                <a:cs typeface="Apple SD Gothic Neo"/>
              </a:rPr>
              <a:t>   &lt;classifier&gt;linux-x86_64&lt;/classifier&gt; → linux-aarch_64 로 교체 (netty-epoll, tcnative)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293"/>
              </a:spcAft>
            </a:pPr>
            <a:r>
              <a:rPr sz="900" b="1" i="0">
                <a:solidFill>
                  <a:srgbClr val="C0392B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90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x86 전용 JAR</a:t>
            </a:r>
            <a:r>
              <a:rPr sz="850" b="0" i="0">
                <a:solidFill>
                  <a:srgbClr val="3D4451"/>
                </a:solidFill>
                <a:latin typeface="Apple SD Gothic Neo"/>
                <a:ea typeface="Apple SD Gothic Neo"/>
                <a:cs typeface="Apple SD Gothic Neo"/>
              </a:rPr>
              <a:t>   leveldbjni-all 처럼 aarch64 빌드가 아예 없는 폐기 모듈 → 대체 필요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293"/>
              </a:spcAft>
            </a:pPr>
            <a:r>
              <a:rPr sz="900" b="1" i="0">
                <a:solidFill>
                  <a:srgbClr val="C0392B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90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x86 전용 JVM 플래그</a:t>
            </a:r>
            <a:r>
              <a:rPr sz="850" b="0" i="0">
                <a:solidFill>
                  <a:srgbClr val="3D4451"/>
                </a:solidFill>
                <a:latin typeface="Apple SD Gothic Neo"/>
                <a:ea typeface="Apple SD Gothic Neo"/>
                <a:cs typeface="Apple SD Gothic Neo"/>
              </a:rPr>
              <a:t>   -XX:UseAVX / -XX:UseSSE / +UseRTMLocking → JVM이 기동조차 못 함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293"/>
              </a:spcAft>
            </a:pPr>
            <a:r>
              <a:rPr sz="900" b="1" i="0">
                <a:solidFill>
                  <a:srgbClr val="C0392B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90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아키텍처 문자열 분기</a:t>
            </a:r>
            <a:r>
              <a:rPr sz="850" b="0" i="0">
                <a:solidFill>
                  <a:srgbClr val="3D4451"/>
                </a:solidFill>
                <a:latin typeface="Apple SD Gothic Neo"/>
                <a:ea typeface="Apple SD Gothic Neo"/>
                <a:cs typeface="Apple SD Gothic Neo"/>
              </a:rPr>
              <a:t>   os.arch.equals("amd64") — ARM64는 "aarch64" 라서 분기를 못 탐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293"/>
              </a:spcAft>
            </a:pPr>
            <a:r>
              <a:rPr sz="900" b="1" i="0">
                <a:solidFill>
                  <a:srgbClr val="C0392B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90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x86 경로·플랫폼 고정</a:t>
            </a:r>
            <a:r>
              <a:rPr sz="850" b="0" i="0">
                <a:solidFill>
                  <a:srgbClr val="3D4451"/>
                </a:solidFill>
                <a:latin typeface="Apple SD Gothic Neo"/>
                <a:ea typeface="Apple SD Gothic Neo"/>
                <a:cs typeface="Apple SD Gothic Neo"/>
              </a:rPr>
              <a:t>   --platform=linux/amd64, /usr/lib/x86_64-linux-gnu, *-amd64 이미지 태그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24528" y="3313328"/>
            <a:ext cx="7525512" cy="1905152"/>
          </a:xfrm>
          <a:prstGeom prst="roundRect">
            <a:avLst>
              <a:gd name="adj" fmla="val 5000"/>
            </a:avLst>
          </a:prstGeom>
          <a:solidFill>
            <a:srgbClr val="FE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4224528" y="3313328"/>
            <a:ext cx="50292" cy="1905152"/>
          </a:xfrm>
          <a:prstGeom prst="rect">
            <a:avLst/>
          </a:prstGeom>
          <a:solidFill>
            <a:srgbClr val="B97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425696" y="3413912"/>
            <a:ext cx="71597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9770B"/>
                </a:solidFill>
                <a:latin typeface="Apple SD Gothic Neo"/>
                <a:ea typeface="Apple SD Gothic Neo"/>
                <a:cs typeface="Apple SD Gothic Neo"/>
              </a:rPr>
              <a:t>VERIFY</a:t>
            </a:r>
            <a:r>
              <a:rPr sz="850" b="0" i="0">
                <a:solidFill>
                  <a:srgbClr val="7A828E"/>
                </a:solidFill>
                <a:latin typeface="Apple SD Gothic Neo"/>
                <a:ea typeface="Apple SD Gothic Neo"/>
                <a:cs typeface="Apple SD Gothic Neo"/>
              </a:rPr>
              <a:t>    될지 모름 — 사람이 직접 확인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25696" y="3697376"/>
            <a:ext cx="7141464" cy="146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293"/>
              </a:spcAft>
            </a:pPr>
            <a:r>
              <a:rPr sz="900" b="1" i="0">
                <a:solidFill>
                  <a:srgbClr val="B9770B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90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네이티브 포함 라이브러리 버전</a:t>
            </a:r>
            <a:r>
              <a:rPr sz="850" b="0" i="0">
                <a:solidFill>
                  <a:srgbClr val="3D4451"/>
                </a:solidFill>
                <a:latin typeface="Apple SD Gothic Neo"/>
                <a:ea typeface="Apple SD Gothic Neo"/>
                <a:cs typeface="Apple SD Gothic Neo"/>
              </a:rPr>
              <a:t>   snappy-java, sqlite-jdbc, rocksdbjni, lz4-java, jna, netty-tcnative → aarch64 포함 버전인지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293"/>
              </a:spcAft>
            </a:pPr>
            <a:r>
              <a:rPr sz="900" b="1" i="0">
                <a:solidFill>
                  <a:srgbClr val="B9770B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90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Testcontainers 이미지</a:t>
            </a:r>
            <a:r>
              <a:rPr sz="850" b="0" i="0">
                <a:solidFill>
                  <a:srgbClr val="3D4451"/>
                </a:solidFill>
                <a:latin typeface="Apple SD Gothic Neo"/>
                <a:ea typeface="Apple SD Gothic Neo"/>
                <a:cs typeface="Apple SD Gothic Neo"/>
              </a:rPr>
              <a:t>   mysql:5.7 은 arm64 미제공 (8.0+ 필요) — 띄우는 이미지 전수 확인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293"/>
              </a:spcAft>
            </a:pPr>
            <a:r>
              <a:rPr sz="900" b="1" i="0">
                <a:solidFill>
                  <a:srgbClr val="B9770B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90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빌드/배포 도구</a:t>
            </a:r>
            <a:r>
              <a:rPr sz="850" b="0" i="0">
                <a:solidFill>
                  <a:srgbClr val="3D4451"/>
                </a:solidFill>
                <a:latin typeface="Apple SD Gothic Neo"/>
                <a:ea typeface="Apple SD Gothic Neo"/>
                <a:cs typeface="Apple SD Gothic Neo"/>
              </a:rPr>
              <a:t>   GraalVM native-image 는 타겟 아키텍처에서 빌드, jib &lt;platforms&gt; 설정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293"/>
              </a:spcAft>
            </a:pPr>
            <a:r>
              <a:rPr sz="900" b="1" i="0">
                <a:solidFill>
                  <a:srgbClr val="B9770B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90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에이전트·외부 프로세스</a:t>
            </a:r>
            <a:r>
              <a:rPr sz="850" b="0" i="0">
                <a:solidFill>
                  <a:srgbClr val="3D4451"/>
                </a:solidFill>
                <a:latin typeface="Apple SD Gothic Neo"/>
                <a:ea typeface="Apple SD Gothic Neo"/>
                <a:cs typeface="Apple SD Gothic Neo"/>
              </a:rPr>
              <a:t>   -javaagent / -agentpath, Runtime.exec 로 호출하는 바이너리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293"/>
              </a:spcAft>
            </a:pPr>
            <a:r>
              <a:rPr sz="900" b="1" i="0">
                <a:solidFill>
                  <a:srgbClr val="B9770B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90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★ 메모리 모델 차이</a:t>
            </a:r>
            <a:r>
              <a:rPr sz="850" b="0" i="0">
                <a:solidFill>
                  <a:srgbClr val="3D4451"/>
                </a:solidFill>
                <a:latin typeface="Apple SD Gothic Neo"/>
                <a:ea typeface="Apple SD Gothic Neo"/>
                <a:cs typeface="Apple SD Gothic Neo"/>
              </a:rPr>
              <a:t>   x86 은 강한 순서(TSO), ARM64 는 약한 순서 → volatile 누락 코드가 ARM64 에서만 깨짐. 정적 검사로 못 잡음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24528" y="5401360"/>
            <a:ext cx="7525512" cy="651967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4224528" y="5401360"/>
            <a:ext cx="50292" cy="651967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425696" y="5501944"/>
            <a:ext cx="71597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INFO</a:t>
            </a:r>
            <a:r>
              <a:rPr sz="850" b="0" i="0">
                <a:solidFill>
                  <a:srgbClr val="7A828E"/>
                </a:solidFill>
                <a:latin typeface="Apple SD Gothic Neo"/>
                <a:ea typeface="Apple SD Gothic Neo"/>
                <a:cs typeface="Apple SD Gothic Neo"/>
              </a:rPr>
              <a:t>    참고만 — 동작에 영향 없음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25696" y="5785408"/>
            <a:ext cx="7141464" cy="2130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293"/>
              </a:spcAft>
            </a:pPr>
            <a:r>
              <a:rPr sz="900" b="1" i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90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문서·주석의 x86 / SSE / Intel 언급</a:t>
            </a:r>
            <a:r>
              <a:rPr sz="850" b="0" i="0">
                <a:solidFill>
                  <a:srgbClr val="3D4451"/>
                </a:solidFill>
                <a:latin typeface="Apple SD Gothic Neo"/>
                <a:ea typeface="Apple SD Gothic Neo"/>
                <a:cs typeface="Apple SD Gothic Neo"/>
              </a:rPr>
              <a:t>   JVM 튜닝값은 ARM64 에서 재측정 권장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24528" y="6181344"/>
            <a:ext cx="7525512" cy="457200"/>
          </a:xfrm>
          <a:prstGeom prst="roundRect">
            <a:avLst>
              <a:gd name="adj" fmla="val 22000"/>
            </a:avLst>
          </a:prstGeom>
          <a:solidFill>
            <a:srgbClr val="2B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462272" y="6254496"/>
            <a:ext cx="706831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C966"/>
                </a:solidFill>
                <a:latin typeface="Apple SD Gothic Neo"/>
                <a:ea typeface="Apple SD Gothic Neo"/>
                <a:cs typeface="Apple SD Gothic Neo"/>
              </a:rPr>
              <a:t>권장 조치</a:t>
            </a:r>
            <a:r>
              <a:rPr sz="850" b="0" i="0">
                <a:solidFill>
                  <a:srgbClr val="E8EAED"/>
                </a:solidFill>
                <a:latin typeface="Apple SD Gothic Neo"/>
                <a:ea typeface="Apple SD Gothic Neo"/>
                <a:cs typeface="Apple SD Gothic Neo"/>
              </a:rPr>
              <a:t>   ①  &lt;classifier&gt;${os.detected.classifier}&lt;/classifier&gt; (os-maven-plugin) 로 자동화     ②  ARM64 컨테이너에서 mvn -q -B test 실제 실행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19088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828E"/>
                </a:solidFill>
                <a:latin typeface="Apple SD Gothic Neo"/>
                <a:ea typeface="Apple SD Gothic Neo"/>
                <a:cs typeface="Apple SD Gothic Neo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F7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Node.js</a:t>
            </a:r>
            <a:r>
              <a:rPr sz="1450" b="0" i="0">
                <a:solidFill>
                  <a:srgbClr val="7A828E"/>
                </a:solidFill>
                <a:latin typeface="Apple SD Gothic Neo"/>
                <a:ea typeface="Apple SD Gothic Neo"/>
                <a:cs typeface="Apple SD Gothic Neo"/>
              </a:rPr>
              <a:t>   x86_64 → ARM64 이관 점검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A828E"/>
                </a:solidFill>
                <a:latin typeface="Apple SD Gothic Neo"/>
                <a:ea typeface="Apple SD Gothic Neo"/>
                <a:cs typeface="Apple SD Gothic Neo"/>
              </a:rPr>
              <a:t>JS 코드는 그대로 동작 — 문제는 네이티브 애드온과 lockfile 에 박힌 x64 전용 패키지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89720" y="310896"/>
            <a:ext cx="2560320" cy="621792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345168" y="384048"/>
            <a:ext cx="22860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828E"/>
                </a:solidFill>
                <a:latin typeface="Apple SD Gothic Neo"/>
                <a:ea typeface="Apple SD Gothic Neo"/>
                <a:cs typeface="Apple SD Gothic Neo"/>
              </a:rPr>
              <a:t>① 정적 스캔  </a:t>
            </a:r>
            <a:r>
              <a:rPr sz="850" b="0" i="0">
                <a:solidFill>
                  <a:srgbClr val="3D4451"/>
                </a:solidFill>
                <a:latin typeface="Menlo"/>
                <a:ea typeface="Menlo"/>
                <a:cs typeface="Menlo"/>
              </a:rPr>
              <a:t>scan_x86.sh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828E"/>
                </a:solidFill>
                <a:latin typeface="Apple SD Gothic Neo"/>
                <a:ea typeface="Apple SD Gothic Neo"/>
                <a:cs typeface="Apple SD Gothic Neo"/>
              </a:rPr>
              <a:t>② 실동작  </a:t>
            </a:r>
            <a:r>
              <a:rPr sz="850" b="0" i="0">
                <a:solidFill>
                  <a:srgbClr val="3D4451"/>
                </a:solidFill>
                <a:latin typeface="Menlo"/>
                <a:ea typeface="Menlo"/>
                <a:cs typeface="Menlo"/>
              </a:rPr>
              <a:t>run_arm64_tests.sh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60704"/>
            <a:ext cx="11292840" cy="10972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7200" y="1225296"/>
            <a:ext cx="3520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어디까지 안전한가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17904"/>
            <a:ext cx="3520440" cy="548640"/>
          </a:xfrm>
          <a:prstGeom prst="roundRect">
            <a:avLst>
              <a:gd name="adj" fmla="val 6000"/>
            </a:avLst>
          </a:prstGeom>
          <a:solidFill>
            <a:srgbClr val="F1F9F4"/>
          </a:solidFill>
          <a:ln w="9525">
            <a:solidFill>
              <a:srgbClr val="C8E3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03504" y="1600200"/>
            <a:ext cx="2834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애플리케이션 코드  (.js / .ts)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</a:pPr>
            <a:r>
              <a:rPr sz="800" b="0" i="0">
                <a:solidFill>
                  <a:srgbClr val="7A828E"/>
                </a:solidFill>
                <a:latin typeface="Apple SD Gothic Neo"/>
                <a:ea typeface="Apple SD Gothic Neo"/>
                <a:cs typeface="Apple SD Gothic Neo"/>
              </a:rPr>
              <a:t>아키텍처 무관 — 수정 불필요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600200"/>
            <a:ext cx="411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7D54"/>
                </a:solidFill>
                <a:latin typeface="Apple SD Gothic Neo"/>
                <a:ea typeface="Apple SD Gothic Neo"/>
                <a:cs typeface="Apple SD Gothic Neo"/>
              </a:rPr>
              <a:t>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39696"/>
            <a:ext cx="3520440" cy="548640"/>
          </a:xfrm>
          <a:prstGeom prst="roundRect">
            <a:avLst>
              <a:gd name="adj" fmla="val 6000"/>
            </a:avLst>
          </a:prstGeom>
          <a:solidFill>
            <a:srgbClr val="F1F9F4"/>
          </a:solidFill>
          <a:ln w="9525">
            <a:solidFill>
              <a:srgbClr val="C8E3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03504" y="2221991"/>
            <a:ext cx="2834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Node 런타임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</a:pPr>
            <a:r>
              <a:rPr sz="800" b="0" i="0">
                <a:solidFill>
                  <a:srgbClr val="7A828E"/>
                </a:solidFill>
                <a:latin typeface="Apple SD Gothic Neo"/>
                <a:ea typeface="Apple SD Gothic Neo"/>
                <a:cs typeface="Apple SD Gothic Neo"/>
              </a:rPr>
              <a:t>공식 aarch64 배포 사용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221991"/>
            <a:ext cx="411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7D54"/>
                </a:solidFill>
                <a:latin typeface="Apple SD Gothic Neo"/>
                <a:ea typeface="Apple SD Gothic Neo"/>
                <a:cs typeface="Apple SD Gothic Neo"/>
              </a:rPr>
              <a:t>OK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798064"/>
            <a:ext cx="3520440" cy="40233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3F7D3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03504" y="2852928"/>
            <a:ext cx="32278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F7D38"/>
                </a:solidFill>
                <a:latin typeface="Apple SD Gothic Neo"/>
                <a:ea typeface="Apple SD Gothic Neo"/>
                <a:cs typeface="Apple SD Gothic Neo"/>
              </a:rPr>
              <a:t>▼  N-API / 네이티브 애드온 경계  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73552"/>
            <a:ext cx="3520440" cy="548640"/>
          </a:xfrm>
          <a:prstGeom prst="roundRect">
            <a:avLst>
              <a:gd name="adj" fmla="val 6000"/>
            </a:avLst>
          </a:prstGeom>
          <a:solidFill>
            <a:srgbClr val="FDF2F1"/>
          </a:solidFill>
          <a:ln w="9525">
            <a:solidFill>
              <a:srgbClr val="F0CE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03504" y="3355848"/>
            <a:ext cx="2834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네이티브 애드온  (.node / prebuilt 바이너리)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</a:pPr>
            <a:r>
              <a:rPr sz="800" b="0" i="0">
                <a:solidFill>
                  <a:srgbClr val="7A828E"/>
                </a:solidFill>
                <a:latin typeface="Apple SD Gothic Neo"/>
                <a:ea typeface="Apple SD Gothic Neo"/>
                <a:cs typeface="Apple SD Gothic Neo"/>
              </a:rPr>
              <a:t>아키텍처별 빌드 필요 · 최대 위험 구간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355848"/>
            <a:ext cx="411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0392B"/>
                </a:solidFill>
                <a:latin typeface="Apple SD Gothic Neo"/>
                <a:ea typeface="Apple SD Gothic Neo"/>
                <a:cs typeface="Apple SD Gothic Neo"/>
              </a:rPr>
              <a:t>위험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895344"/>
            <a:ext cx="3520440" cy="548640"/>
          </a:xfrm>
          <a:prstGeom prst="roundRect">
            <a:avLst>
              <a:gd name="adj" fmla="val 6000"/>
            </a:avLst>
          </a:prstGeom>
          <a:solidFill>
            <a:srgbClr val="FEF9EF"/>
          </a:solidFill>
          <a:ln w="9525">
            <a:solidFill>
              <a:srgbClr val="F0D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03504" y="3977639"/>
            <a:ext cx="2834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컨테이너 이미지 / 베이스 OS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</a:pPr>
            <a:r>
              <a:rPr sz="800" b="0" i="0">
                <a:solidFill>
                  <a:srgbClr val="7A828E"/>
                </a:solidFill>
                <a:latin typeface="Apple SD Gothic Neo"/>
                <a:ea typeface="Apple SD Gothic Neo"/>
                <a:cs typeface="Apple SD Gothic Neo"/>
              </a:rPr>
              <a:t>멀티아치 매니페스트 여부 · 3개 언어 공통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977639"/>
            <a:ext cx="411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9770B"/>
                </a:solidFill>
                <a:latin typeface="Apple SD Gothic Neo"/>
                <a:ea typeface="Apple SD Gothic Neo"/>
                <a:cs typeface="Apple SD Gothic Neo"/>
              </a:rPr>
              <a:t>확인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517136"/>
            <a:ext cx="3520440" cy="475488"/>
          </a:xfrm>
          <a:prstGeom prst="roundRect">
            <a:avLst>
              <a:gd name="adj" fmla="val 6000"/>
            </a:avLst>
          </a:prstGeom>
          <a:solidFill>
            <a:srgbClr val="2B3038"/>
          </a:solidFill>
          <a:ln w="9525">
            <a:solidFill>
              <a:srgbClr val="2B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03504" y="4599432"/>
            <a:ext cx="2834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CPU   x86_64  →  aarch64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599432"/>
            <a:ext cx="4114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175504"/>
            <a:ext cx="3520440" cy="960120"/>
          </a:xfrm>
          <a:prstGeom prst="roundRect">
            <a:avLst>
              <a:gd name="adj" fmla="val 9000"/>
            </a:avLst>
          </a:prstGeom>
          <a:solidFill>
            <a:srgbClr val="F7F8FA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03504" y="5285232"/>
            <a:ext cx="322783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7D38"/>
                </a:solidFill>
                <a:latin typeface="Apple SD Gothic Neo"/>
                <a:ea typeface="Apple SD Gothic Neo"/>
                <a:cs typeface="Apple SD Gothic Neo"/>
              </a:rPr>
              <a:t>핵심  </a:t>
            </a:r>
            <a:r>
              <a:rPr sz="900" b="0" i="0">
                <a:solidFill>
                  <a:srgbClr val="3D4451"/>
                </a:solidFill>
                <a:latin typeface="Apple SD Gothic Neo"/>
                <a:ea typeface="Apple SD Gothic Neo"/>
                <a:cs typeface="Apple SD Gothic Neo"/>
              </a:rPr>
              <a:t>경계선 위쪽은 손댈 필요 없다.
점검 대상은 경계선 아래 3개 층뿐이며,
</a:t>
            </a:r>
            <a:r>
              <a:rPr sz="900" b="1" i="0">
                <a:solidFill>
                  <a:srgbClr val="3D4451"/>
                </a:solidFill>
                <a:latin typeface="Apple SD Gothic Neo"/>
                <a:ea typeface="Apple SD Gothic Neo"/>
                <a:cs typeface="Apple SD Gothic Neo"/>
              </a:rPr>
              <a:t>아래 두 층(이미지·CPU)은 언어와 무관하게 동일하다.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24528" y="1225296"/>
            <a:ext cx="7525512" cy="1848713"/>
          </a:xfrm>
          <a:prstGeom prst="roundRect">
            <a:avLst>
              <a:gd name="adj" fmla="val 5000"/>
            </a:avLst>
          </a:prstGeom>
          <a:solidFill>
            <a:srgbClr val="FD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4224528" y="1225296"/>
            <a:ext cx="50292" cy="1848713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425696" y="1325880"/>
            <a:ext cx="71597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0392B"/>
                </a:solidFill>
                <a:latin typeface="Apple SD Gothic Neo"/>
                <a:ea typeface="Apple SD Gothic Neo"/>
                <a:cs typeface="Apple SD Gothic Neo"/>
              </a:rPr>
              <a:t>FAIL</a:t>
            </a:r>
            <a:r>
              <a:rPr sz="850" b="0" i="0">
                <a:solidFill>
                  <a:srgbClr val="7A828E"/>
                </a:solidFill>
                <a:latin typeface="Apple SD Gothic Neo"/>
                <a:ea typeface="Apple SD Gothic Neo"/>
                <a:cs typeface="Apple SD Gothic Neo"/>
              </a:rPr>
              <a:t>    확실히 안 됨 — 이관 전 반드시 수정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25696" y="1609344"/>
            <a:ext cx="7141464" cy="14098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888"/>
              </a:spcAft>
            </a:pPr>
            <a:r>
              <a:rPr sz="900" b="1" i="0">
                <a:solidFill>
                  <a:srgbClr val="C0392B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90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lockfile 의 x64 전용 optional deps</a:t>
            </a:r>
            <a:r>
              <a:rPr sz="850" b="0" i="0">
                <a:solidFill>
                  <a:srgbClr val="3D4451"/>
                </a:solidFill>
                <a:latin typeface="Apple SD Gothic Neo"/>
                <a:ea typeface="Apple SD Gothic Neo"/>
                <a:cs typeface="Apple SD Gothic Neo"/>
              </a:rPr>
              <a:t>   @esbuild/linux-x64, @rollup/rollup-linux-x64-gnu 만 고정 → ARM64 에서 npm ci 실패 (가장 흔함)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888"/>
              </a:spcAft>
            </a:pPr>
            <a:r>
              <a:rPr sz="900" b="1" i="0">
                <a:solidFill>
                  <a:srgbClr val="C0392B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90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폐기된 네이티브 모듈</a:t>
            </a:r>
            <a:r>
              <a:rPr sz="850" b="0" i="0">
                <a:solidFill>
                  <a:srgbClr val="3D4451"/>
                </a:solidFill>
                <a:latin typeface="Apple SD Gothic Neo"/>
                <a:ea typeface="Apple SD Gothic Neo"/>
                <a:cs typeface="Apple SD Gothic Neo"/>
              </a:rPr>
              <a:t>   node-sass → sass(dart-sass) 로 교체. 구버전 canvas / bcrypt 도 arm64 빌드 없음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888"/>
              </a:spcAft>
            </a:pPr>
            <a:r>
              <a:rPr sz="900" b="1" i="0">
                <a:solidFill>
                  <a:srgbClr val="C0392B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90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아키텍처 문자열 분기</a:t>
            </a:r>
            <a:r>
              <a:rPr sz="850" b="0" i="0">
                <a:solidFill>
                  <a:srgbClr val="3D4451"/>
                </a:solidFill>
                <a:latin typeface="Apple SD Gothic Neo"/>
                <a:ea typeface="Apple SD Gothic Neo"/>
                <a:cs typeface="Apple SD Gothic Neo"/>
              </a:rPr>
              <a:t>   process.arch === 'x64' — ARM64 는 'arm64'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888"/>
              </a:spcAft>
            </a:pPr>
            <a:r>
              <a:rPr sz="900" b="1" i="0">
                <a:solidFill>
                  <a:srgbClr val="C0392B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90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x86 바이너리 다운로드</a:t>
            </a:r>
            <a:r>
              <a:rPr sz="850" b="0" i="0">
                <a:solidFill>
                  <a:srgbClr val="3D4451"/>
                </a:solidFill>
                <a:latin typeface="Apple SD Gothic Neo"/>
                <a:ea typeface="Apple SD Gothic Neo"/>
                <a:cs typeface="Apple SD Gothic Neo"/>
              </a:rPr>
              <a:t>   postinstall 의 *-linux-x64.tar.gz, node-gyp --target_arch=x64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888"/>
              </a:spcAft>
            </a:pPr>
            <a:r>
              <a:rPr sz="900" b="1" i="0">
                <a:solidFill>
                  <a:srgbClr val="C0392B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90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x86 경로·플랫폼 고정</a:t>
            </a:r>
            <a:r>
              <a:rPr sz="850" b="0" i="0">
                <a:solidFill>
                  <a:srgbClr val="3D4451"/>
                </a:solidFill>
                <a:latin typeface="Apple SD Gothic Neo"/>
                <a:ea typeface="Apple SD Gothic Neo"/>
                <a:cs typeface="Apple SD Gothic Neo"/>
              </a:rPr>
              <a:t>   --platform=linux/amd64, node:22-*-amd64 태그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24528" y="3256889"/>
            <a:ext cx="7525512" cy="1961591"/>
          </a:xfrm>
          <a:prstGeom prst="roundRect">
            <a:avLst>
              <a:gd name="adj" fmla="val 5000"/>
            </a:avLst>
          </a:prstGeom>
          <a:solidFill>
            <a:srgbClr val="FE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4224528" y="3256889"/>
            <a:ext cx="50292" cy="1961591"/>
          </a:xfrm>
          <a:prstGeom prst="rect">
            <a:avLst/>
          </a:prstGeom>
          <a:solidFill>
            <a:srgbClr val="B97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425696" y="3357473"/>
            <a:ext cx="71597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9770B"/>
                </a:solidFill>
                <a:latin typeface="Apple SD Gothic Neo"/>
                <a:ea typeface="Apple SD Gothic Neo"/>
                <a:cs typeface="Apple SD Gothic Neo"/>
              </a:rPr>
              <a:t>VERIFY</a:t>
            </a:r>
            <a:r>
              <a:rPr sz="850" b="0" i="0">
                <a:solidFill>
                  <a:srgbClr val="7A828E"/>
                </a:solidFill>
                <a:latin typeface="Apple SD Gothic Neo"/>
                <a:ea typeface="Apple SD Gothic Neo"/>
                <a:cs typeface="Apple SD Gothic Neo"/>
              </a:rPr>
              <a:t>    될지 모름 — 사람이 직접 확인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25696" y="3640937"/>
            <a:ext cx="7141464" cy="1522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888"/>
              </a:spcAft>
            </a:pPr>
            <a:r>
              <a:rPr sz="900" b="1" i="0">
                <a:solidFill>
                  <a:srgbClr val="B9770B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90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네이티브 애드온 arm64 prebuild 여부</a:t>
            </a:r>
            <a:r>
              <a:rPr sz="850" b="0" i="0">
                <a:solidFill>
                  <a:srgbClr val="3D4451"/>
                </a:solidFill>
                <a:latin typeface="Apple SD Gothic Neo"/>
                <a:ea typeface="Apple SD Gothic Neo"/>
                <a:cs typeface="Apple SD Gothic Neo"/>
              </a:rPr>
              <a:t>   sharp, bcrypt, sqlite3, better-sqlite3, grpc, canvas → 없으면 소스 빌드로 폴백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888"/>
              </a:spcAft>
            </a:pPr>
            <a:r>
              <a:rPr sz="900" b="1" i="0">
                <a:solidFill>
                  <a:srgbClr val="B9770B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90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소스 빌드 폴백 시 빌드 도구</a:t>
            </a:r>
            <a:r>
              <a:rPr sz="850" b="0" i="0">
                <a:solidFill>
                  <a:srgbClr val="3D4451"/>
                </a:solidFill>
                <a:latin typeface="Apple SD Gothic Neo"/>
                <a:ea typeface="Apple SD Gothic Neo"/>
                <a:cs typeface="Apple SD Gothic Neo"/>
              </a:rPr>
              <a:t>   python3 / make / g++ 가 이미지에 필요, 빌드 시간·이미지 크기 급증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888"/>
              </a:spcAft>
            </a:pPr>
            <a:r>
              <a:rPr sz="900" b="1" i="0">
                <a:solidFill>
                  <a:srgbClr val="B9770B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90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브라우저 자동화</a:t>
            </a:r>
            <a:r>
              <a:rPr sz="850" b="0" i="0">
                <a:solidFill>
                  <a:srgbClr val="3D4451"/>
                </a:solidFill>
                <a:latin typeface="Apple SD Gothic Neo"/>
                <a:ea typeface="Apple SD Gothic Neo"/>
                <a:cs typeface="Apple SD Gothic Neo"/>
              </a:rPr>
              <a:t>   puppeteer / playwright 의 Chromium arm64 다운로드 가능 여부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888"/>
              </a:spcAft>
            </a:pPr>
            <a:r>
              <a:rPr sz="900" b="1" i="0">
                <a:solidFill>
                  <a:srgbClr val="B9770B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90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Go·Rust 기반 툴체인</a:t>
            </a:r>
            <a:r>
              <a:rPr sz="850" b="0" i="0">
                <a:solidFill>
                  <a:srgbClr val="3D4451"/>
                </a:solidFill>
                <a:latin typeface="Apple SD Gothic Neo"/>
                <a:ea typeface="Apple SD Gothic Neo"/>
                <a:cs typeface="Apple SD Gothic Neo"/>
              </a:rPr>
              <a:t>   esbuild, swc, turbo, biome — 대개 arm64 있으나 버전 확인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888"/>
              </a:spcAft>
            </a:pPr>
            <a:r>
              <a:rPr sz="900" b="1" i="0">
                <a:solidFill>
                  <a:srgbClr val="B9770B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90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CI 캐시 오염</a:t>
            </a:r>
            <a:r>
              <a:rPr sz="850" b="0" i="0">
                <a:solidFill>
                  <a:srgbClr val="3D4451"/>
                </a:solidFill>
                <a:latin typeface="Apple SD Gothic Neo"/>
                <a:ea typeface="Apple SD Gothic Neo"/>
                <a:cs typeface="Apple SD Gothic Neo"/>
              </a:rPr>
              <a:t>   node_modules 캐시를 x86 ↔ ARM64 간 공유하면 조용히 깨짐 — 키에 아키텍처 포함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888"/>
              </a:spcAft>
            </a:pPr>
            <a:r>
              <a:rPr sz="900" b="1" i="0">
                <a:solidFill>
                  <a:srgbClr val="B9770B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90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Alpine(musl) 조합</a:t>
            </a:r>
            <a:r>
              <a:rPr sz="850" b="0" i="0">
                <a:solidFill>
                  <a:srgbClr val="3D4451"/>
                </a:solidFill>
                <a:latin typeface="Apple SD Gothic Neo"/>
                <a:ea typeface="Apple SD Gothic Neo"/>
                <a:cs typeface="Apple SD Gothic Neo"/>
              </a:rPr>
              <a:t>   musl 용 prebuild 가 없는 애드온이 많음 — bookworm-slim 검토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24528" y="5401360"/>
            <a:ext cx="7525512" cy="651967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4224528" y="5401360"/>
            <a:ext cx="50292" cy="651967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425696" y="5501944"/>
            <a:ext cx="71597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INFO</a:t>
            </a:r>
            <a:r>
              <a:rPr sz="850" b="0" i="0">
                <a:solidFill>
                  <a:srgbClr val="7A828E"/>
                </a:solidFill>
                <a:latin typeface="Apple SD Gothic Neo"/>
                <a:ea typeface="Apple SD Gothic Neo"/>
                <a:cs typeface="Apple SD Gothic Neo"/>
              </a:rPr>
              <a:t>    참고만 — 동작에 영향 없음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25696" y="5785408"/>
            <a:ext cx="7141464" cy="2130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888"/>
              </a:spcAft>
            </a:pPr>
            <a:r>
              <a:rPr sz="900" b="1" i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90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README / .nvmrc / engines 필드의 아키텍처 언급</a:t>
            </a:r>
            <a:r>
              <a:rPr sz="850" b="0" i="0">
                <a:solidFill>
                  <a:srgbClr val="3D4451"/>
                </a:solidFill>
                <a:latin typeface="Apple SD Gothic Neo"/>
                <a:ea typeface="Apple SD Gothic Neo"/>
                <a:cs typeface="Apple SD Gothic Neo"/>
              </a:rPr>
              <a:t>   벤치마크 수치는 재측정 권장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24528" y="6181344"/>
            <a:ext cx="7525512" cy="457200"/>
          </a:xfrm>
          <a:prstGeom prst="roundRect">
            <a:avLst>
              <a:gd name="adj" fmla="val 22000"/>
            </a:avLst>
          </a:prstGeom>
          <a:solidFill>
            <a:srgbClr val="2B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462272" y="6254496"/>
            <a:ext cx="706831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C966"/>
                </a:solidFill>
                <a:latin typeface="Apple SD Gothic Neo"/>
                <a:ea typeface="Apple SD Gothic Neo"/>
                <a:cs typeface="Apple SD Gothic Neo"/>
              </a:rPr>
              <a:t>권장 조치</a:t>
            </a:r>
            <a:r>
              <a:rPr sz="850" b="0" i="0">
                <a:solidFill>
                  <a:srgbClr val="E8EAED"/>
                </a:solidFill>
                <a:latin typeface="Apple SD Gothic Neo"/>
                <a:ea typeface="Apple SD Gothic Neo"/>
                <a:cs typeface="Apple SD Gothic Neo"/>
              </a:rPr>
              <a:t>   ①  ARM64 에서 lockfile 재생성해 optional deps 를 모두 포함     ②  ARM64 컨테이너에서 npm ci &amp;&amp; npm test 실제 실행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19088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828E"/>
                </a:solidFill>
                <a:latin typeface="Apple SD Gothic Neo"/>
                <a:ea typeface="Apple SD Gothic Neo"/>
                <a:cs typeface="Apple SD Gothic Neo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Python</a:t>
            </a:r>
            <a:r>
              <a:rPr sz="1450" b="0" i="0">
                <a:solidFill>
                  <a:srgbClr val="7A828E"/>
                </a:solidFill>
                <a:latin typeface="Apple SD Gothic Neo"/>
                <a:ea typeface="Apple SD Gothic Neo"/>
                <a:cs typeface="Apple SD Gothic Neo"/>
              </a:rPr>
              <a:t>   x86_64 → ARM64 이관 점검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A828E"/>
                </a:solidFill>
                <a:latin typeface="Apple SD Gothic Neo"/>
                <a:ea typeface="Apple SD Gothic Neo"/>
                <a:cs typeface="Apple SD Gothic Neo"/>
              </a:rPr>
              <a:t>.py 코드는 그대로 동작 — 문제는 C 확장 wheel 에 aarch64 빌드가 있는지 여부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89720" y="310896"/>
            <a:ext cx="2560320" cy="621792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345168" y="384048"/>
            <a:ext cx="22860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828E"/>
                </a:solidFill>
                <a:latin typeface="Apple SD Gothic Neo"/>
                <a:ea typeface="Apple SD Gothic Neo"/>
                <a:cs typeface="Apple SD Gothic Neo"/>
              </a:rPr>
              <a:t>① 정적 스캔  </a:t>
            </a:r>
            <a:r>
              <a:rPr sz="850" b="0" i="0">
                <a:solidFill>
                  <a:srgbClr val="3D4451"/>
                </a:solidFill>
                <a:latin typeface="Menlo"/>
                <a:ea typeface="Menlo"/>
                <a:cs typeface="Menlo"/>
              </a:rPr>
              <a:t>scan_x86.sh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828E"/>
                </a:solidFill>
                <a:latin typeface="Apple SD Gothic Neo"/>
                <a:ea typeface="Apple SD Gothic Neo"/>
                <a:cs typeface="Apple SD Gothic Neo"/>
              </a:rPr>
              <a:t>② 실동작  </a:t>
            </a:r>
            <a:r>
              <a:rPr sz="850" b="0" i="0">
                <a:solidFill>
                  <a:srgbClr val="3D4451"/>
                </a:solidFill>
                <a:latin typeface="Menlo"/>
                <a:ea typeface="Menlo"/>
                <a:cs typeface="Menlo"/>
              </a:rPr>
              <a:t>run_arm64_tests.sh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60704"/>
            <a:ext cx="11292840" cy="10972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7200" y="1225296"/>
            <a:ext cx="3520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어디까지 안전한가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17904"/>
            <a:ext cx="3520440" cy="548640"/>
          </a:xfrm>
          <a:prstGeom prst="roundRect">
            <a:avLst>
              <a:gd name="adj" fmla="val 6000"/>
            </a:avLst>
          </a:prstGeom>
          <a:solidFill>
            <a:srgbClr val="F1F9F4"/>
          </a:solidFill>
          <a:ln w="9525">
            <a:solidFill>
              <a:srgbClr val="C8E3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03504" y="1600200"/>
            <a:ext cx="2834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애플리케이션 코드  (.py)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</a:pPr>
            <a:r>
              <a:rPr sz="800" b="0" i="0">
                <a:solidFill>
                  <a:srgbClr val="7A828E"/>
                </a:solidFill>
                <a:latin typeface="Apple SD Gothic Neo"/>
                <a:ea typeface="Apple SD Gothic Neo"/>
                <a:cs typeface="Apple SD Gothic Neo"/>
              </a:rPr>
              <a:t>아키텍처 무관 — 수정 불필요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600200"/>
            <a:ext cx="411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7D54"/>
                </a:solidFill>
                <a:latin typeface="Apple SD Gothic Neo"/>
                <a:ea typeface="Apple SD Gothic Neo"/>
                <a:cs typeface="Apple SD Gothic Neo"/>
              </a:rPr>
              <a:t>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39696"/>
            <a:ext cx="3520440" cy="548640"/>
          </a:xfrm>
          <a:prstGeom prst="roundRect">
            <a:avLst>
              <a:gd name="adj" fmla="val 6000"/>
            </a:avLst>
          </a:prstGeom>
          <a:solidFill>
            <a:srgbClr val="F1F9F4"/>
          </a:solidFill>
          <a:ln w="9525">
            <a:solidFill>
              <a:srgbClr val="C8E3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03504" y="2221991"/>
            <a:ext cx="2834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CPython 인터프리터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</a:pPr>
            <a:r>
              <a:rPr sz="800" b="0" i="0">
                <a:solidFill>
                  <a:srgbClr val="7A828E"/>
                </a:solidFill>
                <a:latin typeface="Apple SD Gothic Neo"/>
                <a:ea typeface="Apple SD Gothic Neo"/>
                <a:cs typeface="Apple SD Gothic Neo"/>
              </a:rPr>
              <a:t>공식 aarch64 배포 사용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221991"/>
            <a:ext cx="411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7D54"/>
                </a:solidFill>
                <a:latin typeface="Apple SD Gothic Neo"/>
                <a:ea typeface="Apple SD Gothic Neo"/>
                <a:cs typeface="Apple SD Gothic Neo"/>
              </a:rPr>
              <a:t>OK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798064"/>
            <a:ext cx="3520440" cy="40233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2F66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03504" y="2852928"/>
            <a:ext cx="32278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F6699"/>
                </a:solidFill>
                <a:latin typeface="Apple SD Gothic Neo"/>
                <a:ea typeface="Apple SD Gothic Neo"/>
                <a:cs typeface="Apple SD Gothic Neo"/>
              </a:rPr>
              <a:t>▼  C 확장 / wheel 경계  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73552"/>
            <a:ext cx="3520440" cy="548640"/>
          </a:xfrm>
          <a:prstGeom prst="roundRect">
            <a:avLst>
              <a:gd name="adj" fmla="val 6000"/>
            </a:avLst>
          </a:prstGeom>
          <a:solidFill>
            <a:srgbClr val="FDF2F1"/>
          </a:solidFill>
          <a:ln w="9525">
            <a:solidFill>
              <a:srgbClr val="F0CE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03504" y="3355848"/>
            <a:ext cx="2834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바이너리 wheel  (manylinux → _aarch64)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</a:pPr>
            <a:r>
              <a:rPr sz="800" b="0" i="0">
                <a:solidFill>
                  <a:srgbClr val="7A828E"/>
                </a:solidFill>
                <a:latin typeface="Apple SD Gothic Neo"/>
                <a:ea typeface="Apple SD Gothic Neo"/>
                <a:cs typeface="Apple SD Gothic Neo"/>
              </a:rPr>
              <a:t>아키텍처별 빌드 필요 · 최대 위험 구간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355848"/>
            <a:ext cx="411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0392B"/>
                </a:solidFill>
                <a:latin typeface="Apple SD Gothic Neo"/>
                <a:ea typeface="Apple SD Gothic Neo"/>
                <a:cs typeface="Apple SD Gothic Neo"/>
              </a:rPr>
              <a:t>위험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895344"/>
            <a:ext cx="3520440" cy="548640"/>
          </a:xfrm>
          <a:prstGeom prst="roundRect">
            <a:avLst>
              <a:gd name="adj" fmla="val 6000"/>
            </a:avLst>
          </a:prstGeom>
          <a:solidFill>
            <a:srgbClr val="FEF9EF"/>
          </a:solidFill>
          <a:ln w="9525">
            <a:solidFill>
              <a:srgbClr val="F0D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03504" y="3977639"/>
            <a:ext cx="2834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컨테이너 이미지 / 베이스 OS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</a:pPr>
            <a:r>
              <a:rPr sz="800" b="0" i="0">
                <a:solidFill>
                  <a:srgbClr val="7A828E"/>
                </a:solidFill>
                <a:latin typeface="Apple SD Gothic Neo"/>
                <a:ea typeface="Apple SD Gothic Neo"/>
                <a:cs typeface="Apple SD Gothic Neo"/>
              </a:rPr>
              <a:t>멀티아치 매니페스트 여부 · 3개 언어 공통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977639"/>
            <a:ext cx="411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9770B"/>
                </a:solidFill>
                <a:latin typeface="Apple SD Gothic Neo"/>
                <a:ea typeface="Apple SD Gothic Neo"/>
                <a:cs typeface="Apple SD Gothic Neo"/>
              </a:rPr>
              <a:t>확인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517136"/>
            <a:ext cx="3520440" cy="475488"/>
          </a:xfrm>
          <a:prstGeom prst="roundRect">
            <a:avLst>
              <a:gd name="adj" fmla="val 6000"/>
            </a:avLst>
          </a:prstGeom>
          <a:solidFill>
            <a:srgbClr val="2B3038"/>
          </a:solidFill>
          <a:ln w="9525">
            <a:solidFill>
              <a:srgbClr val="2B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03504" y="4599432"/>
            <a:ext cx="2834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CPU   x86_64  →  aarch64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599432"/>
            <a:ext cx="4114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175504"/>
            <a:ext cx="3520440" cy="960120"/>
          </a:xfrm>
          <a:prstGeom prst="roundRect">
            <a:avLst>
              <a:gd name="adj" fmla="val 9000"/>
            </a:avLst>
          </a:prstGeom>
          <a:solidFill>
            <a:srgbClr val="F7F8FA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03504" y="5285232"/>
            <a:ext cx="322783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F6699"/>
                </a:solidFill>
                <a:latin typeface="Apple SD Gothic Neo"/>
                <a:ea typeface="Apple SD Gothic Neo"/>
                <a:cs typeface="Apple SD Gothic Neo"/>
              </a:rPr>
              <a:t>핵심  </a:t>
            </a:r>
            <a:r>
              <a:rPr sz="900" b="0" i="0">
                <a:solidFill>
                  <a:srgbClr val="3D4451"/>
                </a:solidFill>
                <a:latin typeface="Apple SD Gothic Neo"/>
                <a:ea typeface="Apple SD Gothic Neo"/>
                <a:cs typeface="Apple SD Gothic Neo"/>
              </a:rPr>
              <a:t>경계선 위쪽은 손댈 필요 없다.
점검 대상은 경계선 아래 3개 층뿐이며,
</a:t>
            </a:r>
            <a:r>
              <a:rPr sz="900" b="1" i="0">
                <a:solidFill>
                  <a:srgbClr val="3D4451"/>
                </a:solidFill>
                <a:latin typeface="Apple SD Gothic Neo"/>
                <a:ea typeface="Apple SD Gothic Neo"/>
                <a:cs typeface="Apple SD Gothic Neo"/>
              </a:rPr>
              <a:t>아래 두 층(이미지·CPU)은 언어와 무관하게 동일하다.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24528" y="1225296"/>
            <a:ext cx="7525512" cy="1765909"/>
          </a:xfrm>
          <a:prstGeom prst="roundRect">
            <a:avLst>
              <a:gd name="adj" fmla="val 5000"/>
            </a:avLst>
          </a:prstGeom>
          <a:solidFill>
            <a:srgbClr val="FD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4224528" y="1225296"/>
            <a:ext cx="50292" cy="1765909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425696" y="1325880"/>
            <a:ext cx="71597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0392B"/>
                </a:solidFill>
                <a:latin typeface="Apple SD Gothic Neo"/>
                <a:ea typeface="Apple SD Gothic Neo"/>
                <a:cs typeface="Apple SD Gothic Neo"/>
              </a:rPr>
              <a:t>FAIL</a:t>
            </a:r>
            <a:r>
              <a:rPr sz="850" b="0" i="0">
                <a:solidFill>
                  <a:srgbClr val="7A828E"/>
                </a:solidFill>
                <a:latin typeface="Apple SD Gothic Neo"/>
                <a:ea typeface="Apple SD Gothic Neo"/>
                <a:cs typeface="Apple SD Gothic Neo"/>
              </a:rPr>
              <a:t>    확실히 안 됨 — 이관 전 반드시 수정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25696" y="1609344"/>
            <a:ext cx="7141464" cy="13269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19"/>
              </a:spcAft>
            </a:pPr>
            <a:r>
              <a:rPr sz="900" b="1" i="0">
                <a:solidFill>
                  <a:srgbClr val="C0392B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90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x86 wheel 직접 고정</a:t>
            </a:r>
            <a:r>
              <a:rPr sz="850" b="0" i="0">
                <a:solidFill>
                  <a:srgbClr val="3D4451"/>
                </a:solidFill>
                <a:latin typeface="Apple SD Gothic Neo"/>
                <a:ea typeface="Apple SD Gothic Neo"/>
                <a:cs typeface="Apple SD Gothic Neo"/>
              </a:rPr>
              <a:t>   requirements 에 *-manylinux*_x86_64.whl URL/경로를 못박은 경우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19"/>
              </a:spcAft>
            </a:pPr>
            <a:r>
              <a:rPr sz="900" b="1" i="0">
                <a:solidFill>
                  <a:srgbClr val="C0392B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90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환경 마커로 x86 고정</a:t>
            </a:r>
            <a:r>
              <a:rPr sz="850" b="0" i="0">
                <a:solidFill>
                  <a:srgbClr val="3D4451"/>
                </a:solidFill>
                <a:latin typeface="Apple SD Gothic Neo"/>
                <a:ea typeface="Apple SD Gothic Neo"/>
                <a:cs typeface="Apple SD Gothic Neo"/>
              </a:rPr>
              <a:t>   pkg; platform_machine == "x86_64" → ARM64 에서 설치 자체가 스킵/실패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19"/>
              </a:spcAft>
            </a:pPr>
            <a:r>
              <a:rPr sz="900" b="1" i="0">
                <a:solidFill>
                  <a:srgbClr val="C0392B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90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Intel 전용 패키지</a:t>
            </a:r>
            <a:r>
              <a:rPr sz="850" b="0" i="0">
                <a:solidFill>
                  <a:srgbClr val="3D4451"/>
                </a:solidFill>
                <a:latin typeface="Apple SD Gothic Neo"/>
                <a:ea typeface="Apple SD Gothic Neo"/>
                <a:cs typeface="Apple SD Gothic Neo"/>
              </a:rPr>
              <a:t>   mkl, intel-openmp, tensorflow 1.x — aarch64 빌드가 존재하지 않음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19"/>
              </a:spcAft>
            </a:pPr>
            <a:r>
              <a:rPr sz="900" b="1" i="0">
                <a:solidFill>
                  <a:srgbClr val="C0392B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90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아키텍처 문자열 분기</a:t>
            </a:r>
            <a:r>
              <a:rPr sz="850" b="0" i="0">
                <a:solidFill>
                  <a:srgbClr val="3D4451"/>
                </a:solidFill>
                <a:latin typeface="Apple SD Gothic Neo"/>
                <a:ea typeface="Apple SD Gothic Neo"/>
                <a:cs typeface="Apple SD Gothic Neo"/>
              </a:rPr>
              <a:t>   platform.machine() == 'x86_64' — Linux ARM64 는 'aarch64', macOS 는 'arm64'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19"/>
              </a:spcAft>
            </a:pPr>
            <a:r>
              <a:rPr sz="900" b="1" i="0">
                <a:solidFill>
                  <a:srgbClr val="C0392B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90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x86 경로·플랫폼 고정</a:t>
            </a:r>
            <a:r>
              <a:rPr sz="850" b="0" i="0">
                <a:solidFill>
                  <a:srgbClr val="3D4451"/>
                </a:solidFill>
                <a:latin typeface="Apple SD Gothic Neo"/>
                <a:ea typeface="Apple SD Gothic Neo"/>
                <a:cs typeface="Apple SD Gothic Neo"/>
              </a:rPr>
              <a:t>   --platform=linux/amd64, /usr/lib/x86_64-linux-gnu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24528" y="3174085"/>
            <a:ext cx="7525512" cy="2044395"/>
          </a:xfrm>
          <a:prstGeom prst="roundRect">
            <a:avLst>
              <a:gd name="adj" fmla="val 5000"/>
            </a:avLst>
          </a:prstGeom>
          <a:solidFill>
            <a:srgbClr val="FE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4224528" y="3174085"/>
            <a:ext cx="50292" cy="2044395"/>
          </a:xfrm>
          <a:prstGeom prst="rect">
            <a:avLst/>
          </a:prstGeom>
          <a:solidFill>
            <a:srgbClr val="B97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425696" y="3274669"/>
            <a:ext cx="71597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9770B"/>
                </a:solidFill>
                <a:latin typeface="Apple SD Gothic Neo"/>
                <a:ea typeface="Apple SD Gothic Neo"/>
                <a:cs typeface="Apple SD Gothic Neo"/>
              </a:rPr>
              <a:t>VERIFY</a:t>
            </a:r>
            <a:r>
              <a:rPr sz="850" b="0" i="0">
                <a:solidFill>
                  <a:srgbClr val="7A828E"/>
                </a:solidFill>
                <a:latin typeface="Apple SD Gothic Neo"/>
                <a:ea typeface="Apple SD Gothic Neo"/>
                <a:cs typeface="Apple SD Gothic Neo"/>
              </a:rPr>
              <a:t>    될지 모름 — 사람이 직접 확인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25696" y="3558133"/>
            <a:ext cx="7141464" cy="1605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19"/>
              </a:spcAft>
            </a:pPr>
            <a:r>
              <a:rPr sz="900" b="1" i="0">
                <a:solidFill>
                  <a:srgbClr val="B9770B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90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C 확장 wheel 의 aarch64 제공 여부</a:t>
            </a:r>
            <a:r>
              <a:rPr sz="850" b="0" i="0">
                <a:solidFill>
                  <a:srgbClr val="3D4451"/>
                </a:solidFill>
                <a:latin typeface="Apple SD Gothic Neo"/>
                <a:ea typeface="Apple SD Gothic Neo"/>
                <a:cs typeface="Apple SD Gothic Neo"/>
              </a:rPr>
              <a:t>   pyarrow, grpcio, psycopg2-binary, lxml, cryptography, Pillow → PyPI 파일 목록 확인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19"/>
              </a:spcAft>
            </a:pPr>
            <a:r>
              <a:rPr sz="900" b="1" i="0">
                <a:solidFill>
                  <a:srgbClr val="B9770B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90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wheel 없으면 소스 빌드</a:t>
            </a:r>
            <a:r>
              <a:rPr sz="850" b="0" i="0">
                <a:solidFill>
                  <a:srgbClr val="3D4451"/>
                </a:solidFill>
                <a:latin typeface="Apple SD Gothic Neo"/>
                <a:ea typeface="Apple SD Gothic Neo"/>
                <a:cs typeface="Apple SD Gothic Neo"/>
              </a:rPr>
              <a:t>   gcc / gfortran / BLAS 헤더 필요, 빌드 수십 분 — numpy·scipy 계열은 특히 치명적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19"/>
              </a:spcAft>
            </a:pPr>
            <a:r>
              <a:rPr sz="900" b="1" i="0">
                <a:solidFill>
                  <a:srgbClr val="B9770B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90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ML 프레임워크</a:t>
            </a:r>
            <a:r>
              <a:rPr sz="850" b="0" i="0">
                <a:solidFill>
                  <a:srgbClr val="3D4451"/>
                </a:solidFill>
                <a:latin typeface="Apple SD Gothic Neo"/>
                <a:ea typeface="Apple SD Gothic Neo"/>
                <a:cs typeface="Apple SD Gothic Neo"/>
              </a:rPr>
              <a:t>   torch / tensorflow 는 aarch64 배포 채널이 다르고 CUDA 미지원 — CPU 경로로 재검증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19"/>
              </a:spcAft>
            </a:pPr>
            <a:r>
              <a:rPr sz="900" b="1" i="0">
                <a:solidFill>
                  <a:srgbClr val="B9770B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90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Alpine(musl) 조합</a:t>
            </a:r>
            <a:r>
              <a:rPr sz="850" b="0" i="0">
                <a:solidFill>
                  <a:srgbClr val="3D4451"/>
                </a:solidFill>
                <a:latin typeface="Apple SD Gothic Neo"/>
                <a:ea typeface="Apple SD Gothic Neo"/>
                <a:cs typeface="Apple SD Gothic Neo"/>
              </a:rPr>
              <a:t>   manylinux wheel 사용 불가 → musllinux 필요, 대부분 소스 빌드로 떨어짐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19"/>
              </a:spcAft>
            </a:pPr>
            <a:r>
              <a:rPr sz="900" b="1" i="0">
                <a:solidFill>
                  <a:srgbClr val="B9770B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90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conda / mamba</a:t>
            </a:r>
            <a:r>
              <a:rPr sz="850" b="0" i="0">
                <a:solidFill>
                  <a:srgbClr val="3D4451"/>
                </a:solidFill>
                <a:latin typeface="Apple SD Gothic Neo"/>
                <a:ea typeface="Apple SD Gothic Neo"/>
                <a:cs typeface="Apple SD Gothic Neo"/>
              </a:rPr>
              <a:t>   사용 채널이 linux-aarch64 를 제공하는지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19"/>
              </a:spcAft>
            </a:pPr>
            <a:r>
              <a:rPr sz="900" b="1" i="0">
                <a:solidFill>
                  <a:srgbClr val="B9770B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90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베이스 이미지 멀티아치</a:t>
            </a:r>
            <a:r>
              <a:rPr sz="850" b="0" i="0">
                <a:solidFill>
                  <a:srgbClr val="3D4451"/>
                </a:solidFill>
                <a:latin typeface="Apple SD Gothic Neo"/>
                <a:ea typeface="Apple SD Gothic Neo"/>
                <a:cs typeface="Apple SD Gothic Neo"/>
              </a:rPr>
              <a:t>   docker manifest inspect 로 arm64 매니페스트 존재 확인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24528" y="5401360"/>
            <a:ext cx="7525512" cy="651967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4224528" y="5401360"/>
            <a:ext cx="50292" cy="651967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425696" y="5501944"/>
            <a:ext cx="71597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INFO</a:t>
            </a:r>
            <a:r>
              <a:rPr sz="850" b="0" i="0">
                <a:solidFill>
                  <a:srgbClr val="7A828E"/>
                </a:solidFill>
                <a:latin typeface="Apple SD Gothic Neo"/>
                <a:ea typeface="Apple SD Gothic Neo"/>
                <a:cs typeface="Apple SD Gothic Neo"/>
              </a:rPr>
              <a:t>    참고만 — 동작에 영향 없음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25696" y="5785408"/>
            <a:ext cx="7141464" cy="2130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19"/>
              </a:spcAft>
            </a:pPr>
            <a:r>
              <a:rPr sz="900" b="1" i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900" b="1" i="0">
                <a:solidFill>
                  <a:srgbClr val="1A1D23"/>
                </a:solidFill>
                <a:latin typeface="Apple SD Gothic Neo"/>
                <a:ea typeface="Apple SD Gothic Neo"/>
                <a:cs typeface="Apple SD Gothic Neo"/>
              </a:rPr>
              <a:t>README / 벤치마크의 CPU·아키텍처 언급</a:t>
            </a:r>
            <a:r>
              <a:rPr sz="850" b="0" i="0">
                <a:solidFill>
                  <a:srgbClr val="3D4451"/>
                </a:solidFill>
                <a:latin typeface="Apple SD Gothic Neo"/>
                <a:ea typeface="Apple SD Gothic Neo"/>
                <a:cs typeface="Apple SD Gothic Neo"/>
              </a:rPr>
              <a:t>   requirements 주석, 성능 수치 재측정 권장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24528" y="6181344"/>
            <a:ext cx="7525512" cy="457200"/>
          </a:xfrm>
          <a:prstGeom prst="roundRect">
            <a:avLst>
              <a:gd name="adj" fmla="val 22000"/>
            </a:avLst>
          </a:prstGeom>
          <a:solidFill>
            <a:srgbClr val="2B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462272" y="6254496"/>
            <a:ext cx="706831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C966"/>
                </a:solidFill>
                <a:latin typeface="Apple SD Gothic Neo"/>
                <a:ea typeface="Apple SD Gothic Neo"/>
                <a:cs typeface="Apple SD Gothic Neo"/>
              </a:rPr>
              <a:t>권장 조치</a:t>
            </a:r>
            <a:r>
              <a:rPr sz="850" b="0" i="0">
                <a:solidFill>
                  <a:srgbClr val="E8EAED"/>
                </a:solidFill>
                <a:latin typeface="Apple SD Gothic Neo"/>
                <a:ea typeface="Apple SD Gothic Neo"/>
                <a:cs typeface="Apple SD Gothic Neo"/>
              </a:rPr>
              <a:t>   ①  platform_machine 마커 제거 후 aarch64 wheel 존재 확인     ②  ARM64 컨테이너에서 pytest 실제 실행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19088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828E"/>
                </a:solidFill>
                <a:latin typeface="Apple SD Gothic Neo"/>
                <a:ea typeface="Apple SD Gothic Neo"/>
                <a:cs typeface="Apple SD Gothic Neo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